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7D511-457E-4F57-A266-6406891E2A40}" v="5" dt="2026-08-15T07:37:31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123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Raj" userId="5618b2ae-23a4-4d76-baf7-03857d6b4edc" providerId="ADAL" clId="{49030B43-075F-49D6-AA1F-1A283BC1F33B}"/>
    <pc:docChg chg="undo custSel modSld">
      <pc:chgData name="Deepak Raj" userId="5618b2ae-23a4-4d76-baf7-03857d6b4edc" providerId="ADAL" clId="{49030B43-075F-49D6-AA1F-1A283BC1F33B}" dt="2026-08-15T07:38:19.609" v="79" actId="1076"/>
      <pc:docMkLst>
        <pc:docMk/>
      </pc:docMkLst>
      <pc:sldChg chg="addSp delSp modSp mod">
        <pc:chgData name="Deepak Raj" userId="5618b2ae-23a4-4d76-baf7-03857d6b4edc" providerId="ADAL" clId="{49030B43-075F-49D6-AA1F-1A283BC1F33B}" dt="2026-08-15T07:33:31.895" v="43" actId="1076"/>
        <pc:sldMkLst>
          <pc:docMk/>
          <pc:sldMk cId="0" sldId="267"/>
        </pc:sldMkLst>
        <pc:spChg chg="add del mod">
          <ac:chgData name="Deepak Raj" userId="5618b2ae-23a4-4d76-baf7-03857d6b4edc" providerId="ADAL" clId="{49030B43-075F-49D6-AA1F-1A283BC1F33B}" dt="2026-08-15T07:32:30.506" v="34" actId="478"/>
          <ac:spMkLst>
            <pc:docMk/>
            <pc:sldMk cId="0" sldId="267"/>
            <ac:spMk id="8" creationId="{00000000-0000-0000-0000-000000000000}"/>
          </ac:spMkLst>
        </pc:spChg>
        <pc:spChg chg="add del">
          <ac:chgData name="Deepak Raj" userId="5618b2ae-23a4-4d76-baf7-03857d6b4edc" providerId="ADAL" clId="{49030B43-075F-49D6-AA1F-1A283BC1F33B}" dt="2026-08-15T07:32:33.481" v="35" actId="478"/>
          <ac:spMkLst>
            <pc:docMk/>
            <pc:sldMk cId="0" sldId="267"/>
            <ac:spMk id="9" creationId="{00000000-0000-0000-0000-000000000000}"/>
          </ac:spMkLst>
        </pc:spChg>
        <pc:spChg chg="mod">
          <ac:chgData name="Deepak Raj" userId="5618b2ae-23a4-4d76-baf7-03857d6b4edc" providerId="ADAL" clId="{49030B43-075F-49D6-AA1F-1A283BC1F33B}" dt="2026-08-15T07:28:18.678" v="0" actId="6549"/>
          <ac:spMkLst>
            <pc:docMk/>
            <pc:sldMk cId="0" sldId="267"/>
            <ac:spMk id="10" creationId="{00000000-0000-0000-0000-000000000000}"/>
          </ac:spMkLst>
        </pc:spChg>
        <pc:picChg chg="add mod ord modCrop">
          <ac:chgData name="Deepak Raj" userId="5618b2ae-23a4-4d76-baf7-03857d6b4edc" providerId="ADAL" clId="{49030B43-075F-49D6-AA1F-1A283BC1F33B}" dt="2026-08-15T07:32:30.103" v="33" actId="1076"/>
          <ac:picMkLst>
            <pc:docMk/>
            <pc:sldMk cId="0" sldId="267"/>
            <ac:picMk id="18" creationId="{E5252B26-46F7-0EE1-384C-D0431211DB11}"/>
          </ac:picMkLst>
        </pc:picChg>
        <pc:picChg chg="add mod">
          <ac:chgData name="Deepak Raj" userId="5618b2ae-23a4-4d76-baf7-03857d6b4edc" providerId="ADAL" clId="{49030B43-075F-49D6-AA1F-1A283BC1F33B}" dt="2026-08-15T07:33:31.895" v="43" actId="1076"/>
          <ac:picMkLst>
            <pc:docMk/>
            <pc:sldMk cId="0" sldId="267"/>
            <ac:picMk id="20" creationId="{D16DE431-31CD-E01C-3F19-6DA1F00945F5}"/>
          </ac:picMkLst>
        </pc:picChg>
      </pc:sldChg>
      <pc:sldChg chg="addSp delSp modSp mod">
        <pc:chgData name="Deepak Raj" userId="5618b2ae-23a4-4d76-baf7-03857d6b4edc" providerId="ADAL" clId="{49030B43-075F-49D6-AA1F-1A283BC1F33B}" dt="2026-08-15T07:38:19.609" v="79" actId="1076"/>
        <pc:sldMkLst>
          <pc:docMk/>
          <pc:sldMk cId="0" sldId="269"/>
        </pc:sldMkLst>
        <pc:spChg chg="add del mod">
          <ac:chgData name="Deepak Raj" userId="5618b2ae-23a4-4d76-baf7-03857d6b4edc" providerId="ADAL" clId="{49030B43-075F-49D6-AA1F-1A283BC1F33B}" dt="2026-08-15T07:34:21.290" v="46"/>
          <ac:spMkLst>
            <pc:docMk/>
            <pc:sldMk cId="0" sldId="269"/>
            <ac:spMk id="22" creationId="{4B3516A3-D054-BC1C-CB3B-B12557D28E2A}"/>
          </ac:spMkLst>
        </pc:spChg>
        <pc:spChg chg="add mod">
          <ac:chgData name="Deepak Raj" userId="5618b2ae-23a4-4d76-baf7-03857d6b4edc" providerId="ADAL" clId="{49030B43-075F-49D6-AA1F-1A283BC1F33B}" dt="2026-08-15T07:38:19.609" v="79" actId="1076"/>
          <ac:spMkLst>
            <pc:docMk/>
            <pc:sldMk cId="0" sldId="269"/>
            <ac:spMk id="24" creationId="{6761D983-350A-48FB-D747-9632AEA6CED9}"/>
          </ac:spMkLst>
        </pc:spChg>
        <pc:spChg chg="add del mod">
          <ac:chgData name="Deepak Raj" userId="5618b2ae-23a4-4d76-baf7-03857d6b4edc" providerId="ADAL" clId="{49030B43-075F-49D6-AA1F-1A283BC1F33B}" dt="2026-08-15T07:35:49.855" v="73"/>
          <ac:spMkLst>
            <pc:docMk/>
            <pc:sldMk cId="0" sldId="269"/>
            <ac:spMk id="25" creationId="{89803BEC-BB64-48F4-C49D-F5D4AB3A78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69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company/1117160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377440"/>
            <a:ext cx="5486400" cy="5486400"/>
          </a:xfrm>
          <a:prstGeom prst="ellipse">
            <a:avLst/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41732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375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deepliX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for Modern Businesses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run on more software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ever — and less infrastructure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1480" y="30632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1476756" y="328269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476756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072" y="39776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43616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 across CRMs, spreadsheets, and disconnected tools.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64992" y="30632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430268" y="328269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430268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529584" y="39776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47872" y="43616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copy data between systems that were never built to talk to each other.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18504" y="30632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7383780" y="328269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738378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83096" y="39776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01384" y="43616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take days to compile — and rarely match between teams.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272016" y="30632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A24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10337292" y="328269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10337292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436608" y="39776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decisions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454896" y="436168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can't see what's really happening across their own operations.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1480" y="562356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can own a lot of software and still lack a coherent technology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isn't just time 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speed, accuracy, and trust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17220" y="24003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617220" y="2400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decisions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60720" y="233172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wait on manual reports instead of acting on live information.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154680"/>
            <a:ext cx="108813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617220" y="33604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61722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160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rates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60720" y="329184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copying between systems introduces mistakes that compound over time.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4114800"/>
            <a:ext cx="108813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617220" y="43205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61722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4251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talent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60720" y="425196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staff spend hours on repetitive admin work instead of higher-value tasks.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8680" y="5074920"/>
            <a:ext cx="108813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617220" y="52806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617220" y="5280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71600" y="5212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stays out of reach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760720" y="521208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clean, connected data, AI initiatives stall before they start.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Connect. Automate. Understand.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AI where it earns its place.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11480" y="228600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connects systems, improves data flows, automates repetitive processes, builds useful reporting and intelligence layers, and implements AI where it creates real business value — always in that order.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9468" y="3657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769468" y="3657600"/>
            <a:ext cx="1874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43988" y="36576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964028" y="3657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2964028" y="3657600"/>
            <a:ext cx="1874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38548" y="36576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158588" y="3657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5158588" y="3657600"/>
            <a:ext cx="1874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33108" y="36576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353148" y="3657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353148" y="3657600"/>
            <a:ext cx="1874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27668" y="36576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547708" y="36576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9547708" y="3657600"/>
            <a:ext cx="18745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it fits)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1480" y="548640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sits on top of good data and sound processes — never sold simply because it's popular.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Architecture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1235812" y="2331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235812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0060" y="2331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322006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04308" y="2331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204308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88556" y="2331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7188556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72804" y="23317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9172804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299923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280160" y="338328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1280160" y="3383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Central Data &amp; Integration Layer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0" y="423367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82600" y="4617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682600" y="4617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453232" y="4617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453232" y="4617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Dashboards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23864" y="4617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6223864" y="4617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994496" y="4617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8994496" y="46177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11480" y="58064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decisions. Less manual work. A system that keeps improving.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8572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732892" y="2560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73289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2972" y="2532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4604" y="3172968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pipelines, database design, and infrastructure.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89908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564228" y="25603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56422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04308" y="2532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45940" y="3172968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CRM, ERP, and apps to one central data layer.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21244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8395564" y="2560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8395564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035644" y="2532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Automation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77276" y="3172968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repetitive workflows end to end.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8572" y="4187952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732892" y="441655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3289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2972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14604" y="502920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reporting leaders can act 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289908" y="4187952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6"/>
          <p:cNvSpPr/>
          <p:nvPr/>
        </p:nvSpPr>
        <p:spPr>
          <a:xfrm>
            <a:off x="4564228" y="44165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456422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204308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45940" y="502920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applied where it creates genuine business value.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121244" y="4187952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1A24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8395564" y="441655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8395564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35644" y="4389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377276" y="5029200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maintenance, and support.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Transformation Can Look Like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AN ACTUAL CLIENT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23774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1148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and finance data live in three disconnected systems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management report takes two full days to compile by hand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regularly disagree between departments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makes decisions on data that is already a week old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3774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26364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29400" y="31546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connected through a central data layer, updated automatically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report generates itself every morning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set of numbers, shared across every department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sees what's happening in near real time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06440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80848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1020928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020928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0576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8008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systems, data, and where friction happens.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09064" y="3840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10232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2950312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2950312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419960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447392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solution to the real problem.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038448" y="3840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239616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4879696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4879696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349344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76776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with clear milestones.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67832" y="3840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69000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6809080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6809080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278728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06160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production with testing &amp; docs.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97216" y="3840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98384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0B1E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0"/>
          <p:cNvSpPr/>
          <p:nvPr/>
        </p:nvSpPr>
        <p:spPr>
          <a:xfrm>
            <a:off x="8738464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1"/>
          <p:cNvSpPr/>
          <p:nvPr/>
        </p:nvSpPr>
        <p:spPr>
          <a:xfrm>
            <a:off x="8738464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208112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35544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support.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826600" y="3840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027768" y="265176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36"/>
          <p:cNvSpPr/>
          <p:nvPr/>
        </p:nvSpPr>
        <p:spPr>
          <a:xfrm>
            <a:off x="10667848" y="29032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10667848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0137496" y="361188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164928" y="40050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next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Models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1480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411480" y="24688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11480" y="2697480"/>
            <a:ext cx="269748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1148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Project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154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clearly defined, scoped implementation delivered for a fixed price.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64992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3364992" y="24688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364992" y="2697480"/>
            <a:ext cx="269748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364992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47872" y="3154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implementations billed against agreed milestones.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18504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6318504" y="24688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318504" y="2697480"/>
            <a:ext cx="269748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318504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/ Managed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01384" y="3154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maintenance, and support after go-live.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272016" y="246888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9272016" y="24688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2"/>
          <p:cNvSpPr/>
          <p:nvPr/>
        </p:nvSpPr>
        <p:spPr>
          <a:xfrm>
            <a:off x="9272016" y="2697480"/>
            <a:ext cx="269748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9272016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454896" y="3154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data strategy engagements.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DEFAULT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Reliability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423160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to client systems and 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64008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3172968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managed through proper secrets-management tools — never in plain documents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64008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392277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handled per each client's own protection requirements and regulations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25880" y="467258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of what was built and how to maintain it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25880" y="5422392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support and response expectations under managed services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deepliX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1480" y="22860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708660" y="24917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708660" y="2491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24871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not buzzwords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lead with the business problem — never the tool stack.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2860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6469380" y="24917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6469380" y="2491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78040" y="24871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long term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9224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one-project vendor — a partner from discovery to managed services.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1480" y="43434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708660" y="45491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708660" y="4549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45445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scale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5212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early-stage company that tells the truth about what it can deliver.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43434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6469380" y="45491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6469380" y="45491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78040" y="45445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a real case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92240" y="5212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applied only where it creates genuine value, on top of good data.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5252B26-46F7-0EE1-384C-D0431211D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61" y="3057071"/>
            <a:ext cx="1340539" cy="1789249"/>
          </a:xfrm>
          <a:prstGeom prst="rect">
            <a:avLst/>
          </a:prstGeom>
        </p:spPr>
      </p:pic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1480" y="2194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463040" y="2468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43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Raj Valmani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deepliX's business direction, strategy, and technical coordination.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0" y="2377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is an early-stage, serious B2B technology company — not a large agency, and not a freelance operation. The company is built around a repeatable delivery process and grows its team deliberately as real client work justifies it.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14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scale: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393192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business and acquire real clients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actual delivery requirements from real projects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contractors and specialists where needed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permanent team members as recurring workload justifies it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16DE431-31CD-E01C-3F19-6DA1F0094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13" t="38783" r="34884" b="35979"/>
          <a:stretch>
            <a:fillRect/>
          </a:stretch>
        </p:blipFill>
        <p:spPr>
          <a:xfrm>
            <a:off x="1314701" y="2355855"/>
            <a:ext cx="1490813" cy="15079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9326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95148" y="25603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1981048" y="2834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198104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8028" y="3611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Conversation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3748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call to understand your systems, data, and goals.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15588" y="3566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35628" y="25603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5821528" y="28346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582152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18508" y="3611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Scope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64228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come back with a clear proposal, scope, and investment.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56068" y="3566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176108" y="256032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9662008" y="2834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966200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358988" y="3611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404708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agreed, we begin — with a defined timeline and milestones.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53492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pressure, no long sales cycle — just a straightforward conversation about your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</a:t>
            </a:r>
            <a:endParaRPr lang="en-US" sz="1200" dirty="0"/>
          </a:p>
        </p:txBody>
      </p:sp>
      <p:pic>
        <p:nvPicPr>
          <p:cNvPr id="5" name="Image 1" descr="/home/claude/deeplix/pptx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371600"/>
            <a:ext cx="1280160" cy="1280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27889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0" y="34290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data. Automate your operations. Build smarter systems.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0868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678028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78028" y="4736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Raj Valmani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75508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8"/>
          <p:cNvSpPr/>
          <p:nvPr/>
        </p:nvSpPr>
        <p:spPr>
          <a:xfrm>
            <a:off x="3512668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512668" y="4736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rajvalmani@gmail.com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0148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6347308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347308" y="4736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+92 348 7932997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044788" y="42976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2C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9181948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9181948" y="4736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Karachi, Sindh, Pakistan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deepliX  |  Company Presentation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6761D983-350A-48FB-D747-9632AEA6CED9}"/>
              </a:ext>
            </a:extLst>
          </p:cNvPr>
          <p:cNvSpPr/>
          <p:nvPr/>
        </p:nvSpPr>
        <p:spPr>
          <a:xfrm>
            <a:off x="85215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Linked In : </a:t>
            </a:r>
            <a:r>
              <a:rPr lang="en-US" sz="1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hlinkClick r:id="rId4"/>
              </a:rPr>
              <a:t>https://www.linkedin.com/company/111716037 </a:t>
            </a:r>
            <a:endParaRPr lang="en-US" sz="1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1034</Words>
  <Application>Microsoft Office PowerPoint</Application>
  <PresentationFormat>Widescreen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Raj</cp:lastModifiedBy>
  <cp:revision>1</cp:revision>
  <dcterms:created xsi:type="dcterms:W3CDTF">2026-08-15T07:23:57Z</dcterms:created>
  <dcterms:modified xsi:type="dcterms:W3CDTF">2026-08-15T07:38:23Z</dcterms:modified>
</cp:coreProperties>
</file>